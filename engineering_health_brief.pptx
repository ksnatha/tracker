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Health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Modernization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Brief for New Management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560320" cy="36576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Architecture &amp; Engineering Lead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production incidents &amp; delivery risk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9280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9280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keeps happening — system, not people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4436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4436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Agile Problem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447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chaos, last-minute stories &amp; knowledge debt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9592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9592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9592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Ownership Gaps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498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ownership → no accountability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4124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4124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4124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932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3441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medium, and long-term 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89280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9280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9280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0352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Leadership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957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asks to make change possible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94436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4436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94436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03520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447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 that illustrates the full pattern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99592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95928"/>
            <a:ext cx="4572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9592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That Don't Work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498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instinctive fixes make things worse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production incidents are creating compounding costs across the organization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1417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 Erosion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lose confidence each time production breaks. Repeated incidents create lasting perception of instability.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73152" cy="141732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Hotfix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892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incident triggers rushed fixes — which themselves introduce new risk and compress testing.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Unpredictability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sprint capacity firefighting instead of delivering. Velocity becomes impossible to forecast.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73152" cy="14173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Acceleration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Hotfixes patch over root causes. Each workaround increases the complexity the next team must navigate.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Each production incident makes the next one more likely — broken code, fragmented knowledge, and rushed fixes compound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5087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builds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234440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868680"/>
            <a:ext cx="1508760" cy="960120"/>
          </a:xfrm>
          <a:prstGeom prst="rect">
            <a:avLst/>
          </a:prstGeom>
          <a:solidFill>
            <a:srgbClr val="7B8EC8"/>
          </a:solidFill>
          <a:ln w="12700">
            <a:solidFill>
              <a:srgbClr val="7B8E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868680"/>
            <a:ext cx="15087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moves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next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234440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868680"/>
            <a:ext cx="1508760" cy="96012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868680"/>
            <a:ext cx="15087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picks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234440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868680"/>
            <a:ext cx="1508760" cy="9601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868680"/>
            <a:ext cx="15087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happens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1234440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868680"/>
            <a:ext cx="1508760" cy="9601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868680"/>
            <a:ext cx="15087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 failure — not a people failure.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Ownership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feature is done, nobody is the long-term guardian of that domain. Knowledge walks out with the team.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Business Rules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logic (status rules, role permissions, task dependencies) lives only in code — never explicitly documented.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Visibility Gap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understand new requirements in isolation. No one has a horizontal view of existing behavior and invariants.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Safety Net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regression tests covering known business rules, breakage is discovered in production rather than in CI/CD.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'Fake Agile'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Now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93192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handed to teams 1 day before sprint start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injected mid-sprint with same deadlines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393192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backlog refinement — complexity discovered mid-build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9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pushed to commit to scope they didn't 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393192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ceremonies exist, Agile principles don't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commits deadlines without consulting teams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822960"/>
            <a:ext cx="3931920" cy="38404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Agile Requires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98448"/>
            <a:ext cx="3931920" cy="45720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backlog ready before sprint planning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28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scope protected — changes require trade-off decisions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59152"/>
            <a:ext cx="3931920" cy="45720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59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pull work based on capacity, not pushed from above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950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89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 enforced before stories enter sprint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19856"/>
            <a:ext cx="3931920" cy="45720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required for complex domain changes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95020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set collaboratively with engineering input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Knowledge Ownership Gaps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sprint-to-sprint delivery creates knowledge debt as dangerous as technical debt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silos in individual developers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 are deep but narrow — experts in their own team's work only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 has the full system picture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502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is the only source of truth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factor of 1-2 on critical domains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2743200" cy="384048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6459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7190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captures the WHAT but loses the WHY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313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exist only in developers' heads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29077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developers move, intent walks out with them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502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teams see code but not the reasoning behind 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4096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discovered mid-sprint, not in planning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261872"/>
            <a:ext cx="2743200" cy="38404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State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16459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7190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has a designated owning team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2313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documented as human-readable cards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9077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areas flagged in codebase with contacts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502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 required before team handoffs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4096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capture every production incident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5029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1–2 Sprints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307592"/>
            <a:ext cx="2834640" cy="35478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1444752"/>
            <a:ext cx="237744" cy="23774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44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139903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3-4 high-risk domains most prone to cross-team breakage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2267712"/>
            <a:ext cx="237744" cy="23774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" y="222199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Domain Rules Cards — 1-2 page human-readable rule summaries per domain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237744" cy="23774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304495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⚠ HIGH COMPLEXITY warnings + contact info in risky codebase areas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3913632"/>
            <a:ext cx="237744" cy="23774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" y="38679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mid-sprint injection — build evidence of process cost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804672"/>
            <a:ext cx="2834640" cy="50292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078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1307592"/>
            <a:ext cx="2834640" cy="35478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64992" y="1444752"/>
            <a:ext cx="237744" cy="237744"/>
          </a:xfrm>
          <a:prstGeom prst="ellipse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444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75888" y="139903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Definition of Ready — stories must meet criteria before sprint entry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64992" y="2267712"/>
            <a:ext cx="237744" cy="237744"/>
          </a:xfrm>
          <a:prstGeom prst="ellipse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75888" y="222199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impact analysis before complex domain stories are sprint-committed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37744" cy="237744"/>
          </a:xfrm>
          <a:prstGeom prst="ellipse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75888" y="304495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knowledge transfer sessions when work crosses team boundaries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913632"/>
            <a:ext cx="237744" cy="237744"/>
          </a:xfrm>
          <a:prstGeom prst="ellipse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75888" y="38679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regression test for every production incident as part of the hotfix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804672"/>
            <a:ext cx="2834640" cy="5029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1078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1307592"/>
            <a:ext cx="2834640" cy="35478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36792" y="1444752"/>
            <a:ext cx="237744" cy="23774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1444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47688" y="139903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formal domain ownership — every module has a custodian team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36792" y="2267712"/>
            <a:ext cx="237744" cy="23774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47688" y="222199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Team Topologies model: Stream-aligned teams + Platform team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36792" y="3090672"/>
            <a:ext cx="237744" cy="23774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47688" y="304495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shared legacy modules — reduce blast radius of changes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36792" y="3913632"/>
            <a:ext cx="237744" cy="23774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47688" y="386791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DORA metrics: deployment frequency, lead time, change failure rate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Leadership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complaints — they're specific asks that unlock the team's ability to improve.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Sprint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007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injections should require an explicit trade-off decision — not silent absorption. Enforce this from the top down.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9631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Backlog Refinement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35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must be ready before sprint planning. Dedicate time to refinement — it prevents far more expensive rework.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3075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075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Domain Ownership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assign team ownership to domains. Changes to a domain should be coordinated with or led by the owning team.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6187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6187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Incidents to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7007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production breaks, trace it back to root cause. Use it as evidence to drive process change — not just to fix the symptom.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9631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9631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20% That Prevents 80% of Incidents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35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Cards, regression tests, and knowledge transfers are small investments with outsized returns in system stability.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3075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30752"/>
            <a:ext cx="47548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3075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Speed vs. Quality Honestly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incident is already costing sprint capacity. We're paying for shortcuts twice — the business needs to understand this.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From Our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hypothetical. This happened — and it will happen again without systemic change.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" cy="42062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261872"/>
            <a:ext cx="79552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261872"/>
            <a:ext cx="64008" cy="804672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3350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 — Done Right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'Other' introduced. Developer correctly implemented field-clearing logic on category change. Good engineering.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" cy="420624"/>
          </a:xfrm>
          <a:prstGeom prst="ellipse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176272"/>
            <a:ext cx="79552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2176272"/>
            <a:ext cx="64008" cy="804672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2494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 — Built in a Hurry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5603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association feature added later by a different team under deadline pressure. Works correctly in isolation.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420624" cy="42062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090672"/>
            <a:ext cx="79552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090672"/>
            <a:ext cx="64008" cy="8046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163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Nobody Saw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4747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asked: 'Does the new association feature need to participate in the existing category-change transition?' No process existed to prompt that question.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420624" cy="42062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005072"/>
            <a:ext cx="79552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4005072"/>
            <a:ext cx="64008" cy="8046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0782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3891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changes category A to Other. Association not cleared. User tries to associate same record elsewhere. Uniqueness validation fires. System breaks.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Nobody wrote bad code. The system made this outcome inevitable.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That Feel Right But Don't Fix the Root Cause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natural instincts — but they address symptoms, not causes. They add friction without fixing the system.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16152"/>
            <a:ext cx="23774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930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another review gate before release"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88920" y="1271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14538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checkpoints = more quality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88920" y="16916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837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problems at the most expensive point. Slows delivery without preventing root causes.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41848" y="1216152"/>
            <a:ext cx="3182112" cy="86868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2710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1490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quality earlier — catch issues in refinement, not at release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85416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85416"/>
            <a:ext cx="23774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lead must sign off on every story"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2240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88920" y="2423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eyes ensure quality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88920" y="26609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88920" y="2807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bottleneck. Leads become rubber stamps under pressure. False confidence.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41848" y="2185416"/>
            <a:ext cx="3182112" cy="86868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459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ownership — the right team reviews, not the busiest senior person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1546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54680"/>
            <a:ext cx="23774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278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 needs to test more completely"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88920" y="3209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88920" y="3392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testing coverage = fewer bugs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88920" y="36301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88920" y="3776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discovery later, not earlier. BA cannot know every system interaction.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41848" y="3154680"/>
            <a:ext cx="3182112" cy="86868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2095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tests and exploratory testing at the right stage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123944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123944"/>
            <a:ext cx="23774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9709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"PRs must be approved by two leads"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88920" y="4178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8892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approval catches what one person misses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88920" y="45994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88920" y="4745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every team. Leads approve to clear queues. Doesn't scale. Punishes good teams.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41848" y="4123944"/>
            <a:ext cx="3182112" cy="868680"/>
          </a:xfrm>
          <a:prstGeom prst="rect">
            <a:avLst/>
          </a:prstGeom>
          <a:solidFill>
            <a:srgbClr val="F0FFF8"/>
          </a:solidFill>
          <a:ln w="12700">
            <a:solidFill>
              <a:srgbClr val="AADD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4178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43982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automated test coverage and domain ownership builds real confidence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5603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01168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 will keep recurring. Knowledge debt will compound.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engineers will grow frustrated and leave.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7772400" cy="36576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a massive transformation. The recommendations in this deck are practical,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incremental, and can start this sprint. What's needed is organizational will — and your support.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solidFill>
            <a:srgbClr val="F4A240"/>
          </a:solidFill>
          <a:ln w="12700">
            <a:solidFill>
              <a:srgbClr val="F4A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next steps 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Health &amp; Modernization</dc:title>
  <dc:subject>PptxGenJS Presentation</dc:subject>
  <dc:creator>PptxGenJS</dc:creator>
  <cp:lastModifiedBy>PptxGenJS</cp:lastModifiedBy>
  <cp:revision>1</cp:revision>
  <dcterms:created xsi:type="dcterms:W3CDTF">2026-03-10T02:16:32Z</dcterms:created>
  <dcterms:modified xsi:type="dcterms:W3CDTF">2026-03-10T02:16:32Z</dcterms:modified>
</cp:coreProperties>
</file>